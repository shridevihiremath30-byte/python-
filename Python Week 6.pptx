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772400" cy="38404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260"/>
            <a:ext cx="7772400" cy="273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040"/>
            <a:ext cx="77724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3841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